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58" r:id="rId4"/>
    <p:sldId id="260" r:id="rId5"/>
    <p:sldId id="257" r:id="rId6"/>
    <p:sldId id="259" r:id="rId7"/>
    <p:sldId id="264" r:id="rId8"/>
    <p:sldId id="263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5" autoAdjust="0"/>
    <p:restoredTop sz="94660"/>
  </p:normalViewPr>
  <p:slideViewPr>
    <p:cSldViewPr snapToGrid="0">
      <p:cViewPr>
        <p:scale>
          <a:sx n="112" d="100"/>
          <a:sy n="112" d="100"/>
        </p:scale>
        <p:origin x="78" y="-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79B36-0514-4579-AFD3-EDB50BC784EC}" type="datetimeFigureOut">
              <a:rPr lang="fr-FR" smtClean="0"/>
              <a:t>30/09/2026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51F00-9997-4E9A-8A61-15C797CBCC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623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79B36-0514-4579-AFD3-EDB50BC784EC}" type="datetimeFigureOut">
              <a:rPr lang="fr-FR" smtClean="0"/>
              <a:t>30/09/2026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51F00-9997-4E9A-8A61-15C797CBCC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056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79B36-0514-4579-AFD3-EDB50BC784EC}" type="datetimeFigureOut">
              <a:rPr lang="fr-FR" smtClean="0"/>
              <a:t>30/09/2026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51F00-9997-4E9A-8A61-15C797CBCC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3243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79B36-0514-4579-AFD3-EDB50BC784EC}" type="datetimeFigureOut">
              <a:rPr lang="fr-FR" smtClean="0"/>
              <a:t>30/09/2026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51F00-9997-4E9A-8A61-15C797CBCC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3196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79B36-0514-4579-AFD3-EDB50BC784EC}" type="datetimeFigureOut">
              <a:rPr lang="fr-FR" smtClean="0"/>
              <a:t>30/09/2026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51F00-9997-4E9A-8A61-15C797CBCC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5277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79B36-0514-4579-AFD3-EDB50BC784EC}" type="datetimeFigureOut">
              <a:rPr lang="fr-FR" smtClean="0"/>
              <a:t>30/09/2026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51F00-9997-4E9A-8A61-15C797CBCC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2324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79B36-0514-4579-AFD3-EDB50BC784EC}" type="datetimeFigureOut">
              <a:rPr lang="fr-FR" smtClean="0"/>
              <a:t>30/09/2026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51F00-9997-4E9A-8A61-15C797CBCC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9862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79B36-0514-4579-AFD3-EDB50BC784EC}" type="datetimeFigureOut">
              <a:rPr lang="fr-FR" smtClean="0"/>
              <a:t>30/09/2026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51F00-9997-4E9A-8A61-15C797CBCC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6001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79B36-0514-4579-AFD3-EDB50BC784EC}" type="datetimeFigureOut">
              <a:rPr lang="fr-FR" smtClean="0"/>
              <a:t>30/09/2026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51F00-9997-4E9A-8A61-15C797CBCC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0993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79B36-0514-4579-AFD3-EDB50BC784EC}" type="datetimeFigureOut">
              <a:rPr lang="fr-FR" smtClean="0"/>
              <a:t>30/09/2026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51F00-9997-4E9A-8A61-15C797CBCC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9502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79B36-0514-4579-AFD3-EDB50BC784EC}" type="datetimeFigureOut">
              <a:rPr lang="fr-FR" smtClean="0"/>
              <a:t>30/09/2026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51F00-9997-4E9A-8A61-15C797CBCC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3573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C79B36-0514-4579-AFD3-EDB50BC784EC}" type="datetimeFigureOut">
              <a:rPr lang="fr-FR" smtClean="0"/>
              <a:t>30/09/2026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051F00-9997-4E9A-8A61-15C797CBCC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0477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1391055"/>
            <a:ext cx="9144000" cy="5204297"/>
          </a:xfrm>
        </p:spPr>
        <p:txBody>
          <a:bodyPr/>
          <a:lstStyle/>
          <a:p>
            <a:r>
              <a:rPr lang="fr-FR" sz="3200" b="1" dirty="0" smtClean="0"/>
              <a:t>Architecture et choix technique</a:t>
            </a:r>
          </a:p>
          <a:p>
            <a:endParaRPr lang="fr-FR" dirty="0" smtClean="0"/>
          </a:p>
          <a:p>
            <a:pPr marL="342900" indent="-342900">
              <a:buFontTx/>
              <a:buChar char="-"/>
            </a:pPr>
            <a:r>
              <a:rPr lang="fr-FR" dirty="0" smtClean="0"/>
              <a:t>Architecture décisionnel type médaillon (Bronze, </a:t>
            </a:r>
            <a:r>
              <a:rPr lang="fr-FR" dirty="0" err="1" smtClean="0"/>
              <a:t>Silver</a:t>
            </a:r>
            <a:r>
              <a:rPr lang="fr-FR" dirty="0" smtClean="0"/>
              <a:t>, Gold)</a:t>
            </a:r>
          </a:p>
          <a:p>
            <a:pPr marL="342900" indent="-342900">
              <a:buFontTx/>
              <a:buChar char="-"/>
            </a:pPr>
            <a:r>
              <a:rPr lang="fr-FR" dirty="0" err="1" smtClean="0"/>
              <a:t>Orchestation</a:t>
            </a:r>
            <a:r>
              <a:rPr lang="fr-FR" dirty="0" smtClean="0"/>
              <a:t> </a:t>
            </a:r>
            <a:r>
              <a:rPr lang="fr-FR" dirty="0" smtClean="0">
                <a:sym typeface="Wingdings" panose="05000000000000000000" pitchFamily="2" charset="2"/>
              </a:rPr>
              <a:t> </a:t>
            </a:r>
            <a:r>
              <a:rPr lang="fr-FR" dirty="0" err="1" smtClean="0">
                <a:sym typeface="Wingdings" panose="05000000000000000000" pitchFamily="2" charset="2"/>
              </a:rPr>
              <a:t>Airflow</a:t>
            </a:r>
            <a:endParaRPr lang="fr-FR" dirty="0" smtClean="0">
              <a:sym typeface="Wingdings" panose="05000000000000000000" pitchFamily="2" charset="2"/>
            </a:endParaRPr>
          </a:p>
          <a:p>
            <a:pPr marL="342900" indent="-342900">
              <a:buFontTx/>
              <a:buChar char="-"/>
            </a:pPr>
            <a:r>
              <a:rPr lang="fr-FR" dirty="0" smtClean="0">
                <a:sym typeface="Wingdings" panose="05000000000000000000" pitchFamily="2" charset="2"/>
              </a:rPr>
              <a:t>Bronze (données brutes, </a:t>
            </a:r>
            <a:r>
              <a:rPr lang="fr-FR" dirty="0" err="1" smtClean="0">
                <a:sym typeface="Wingdings" panose="05000000000000000000" pitchFamily="2" charset="2"/>
              </a:rPr>
              <a:t>Postgres</a:t>
            </a:r>
            <a:r>
              <a:rPr lang="fr-FR" dirty="0" smtClean="0">
                <a:sym typeface="Wingdings" panose="05000000000000000000" pitchFamily="2" charset="2"/>
              </a:rPr>
              <a:t>)</a:t>
            </a:r>
          </a:p>
          <a:p>
            <a:pPr marL="342900" indent="-342900">
              <a:buFontTx/>
              <a:buChar char="-"/>
            </a:pPr>
            <a:r>
              <a:rPr lang="fr-FR" dirty="0" err="1" smtClean="0">
                <a:sym typeface="Wingdings" panose="05000000000000000000" pitchFamily="2" charset="2"/>
              </a:rPr>
              <a:t>Silver</a:t>
            </a:r>
            <a:r>
              <a:rPr lang="fr-FR" dirty="0" smtClean="0">
                <a:sym typeface="Wingdings" panose="05000000000000000000" pitchFamily="2" charset="2"/>
              </a:rPr>
              <a:t> (</a:t>
            </a:r>
            <a:r>
              <a:rPr lang="fr-FR" dirty="0" err="1" smtClean="0">
                <a:sym typeface="Wingdings" panose="05000000000000000000" pitchFamily="2" charset="2"/>
              </a:rPr>
              <a:t>dbt</a:t>
            </a:r>
            <a:r>
              <a:rPr lang="fr-FR" dirty="0" smtClean="0">
                <a:sym typeface="Wingdings" panose="05000000000000000000" pitchFamily="2" charset="2"/>
              </a:rPr>
              <a:t>, nettoyage, contrôle)</a:t>
            </a:r>
          </a:p>
          <a:p>
            <a:pPr marL="342900" indent="-342900">
              <a:buFontTx/>
              <a:buChar char="-"/>
            </a:pPr>
            <a:r>
              <a:rPr lang="fr-FR" dirty="0" smtClean="0">
                <a:sym typeface="Wingdings" panose="05000000000000000000" pitchFamily="2" charset="2"/>
              </a:rPr>
              <a:t>Gold (</a:t>
            </a:r>
            <a:r>
              <a:rPr lang="fr-FR" dirty="0" err="1" smtClean="0">
                <a:sym typeface="Wingdings" panose="05000000000000000000" pitchFamily="2" charset="2"/>
              </a:rPr>
              <a:t>dbt</a:t>
            </a:r>
            <a:r>
              <a:rPr lang="fr-FR" dirty="0" smtClean="0">
                <a:sym typeface="Wingdings" panose="05000000000000000000" pitchFamily="2" charset="2"/>
              </a:rPr>
              <a:t>, modèle analytique)</a:t>
            </a:r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4172615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62097" y="1825625"/>
            <a:ext cx="646780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115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Anomalies détectées: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Caractère non </a:t>
            </a:r>
            <a:r>
              <a:rPr lang="fr-FR" dirty="0" err="1" smtClean="0"/>
              <a:t>homogéne</a:t>
            </a:r>
            <a:r>
              <a:rPr lang="fr-FR" dirty="0" smtClean="0"/>
              <a:t> sur les villes (exemple Lyon, LYON)</a:t>
            </a:r>
          </a:p>
          <a:p>
            <a:r>
              <a:rPr lang="fr-FR" dirty="0" smtClean="0"/>
              <a:t>Des espaces dans certains champs comme la ville</a:t>
            </a:r>
          </a:p>
          <a:p>
            <a:r>
              <a:rPr lang="fr-FR" dirty="0" smtClean="0"/>
              <a:t>Incohérence dans les dates (exemple date livraison &lt; date commande</a:t>
            </a:r>
          </a:p>
          <a:p>
            <a:r>
              <a:rPr lang="fr-FR" dirty="0" smtClean="0">
                <a:sym typeface="Wingdings" panose="05000000000000000000" pitchFamily="2" charset="2"/>
              </a:rPr>
              <a:t> lignes supprimées et mises dans des tables intermédiaires</a:t>
            </a:r>
          </a:p>
          <a:p>
            <a:r>
              <a:rPr lang="fr-FR" dirty="0" err="1" smtClean="0">
                <a:sym typeface="Wingdings" panose="05000000000000000000" pitchFamily="2" charset="2"/>
              </a:rPr>
              <a:t>Ligne_commade</a:t>
            </a:r>
            <a:r>
              <a:rPr lang="fr-FR" dirty="0" smtClean="0">
                <a:sym typeface="Wingdings" panose="05000000000000000000" pitchFamily="2" charset="2"/>
              </a:rPr>
              <a:t> (taille </a:t>
            </a:r>
            <a:r>
              <a:rPr lang="fr-FR" dirty="0" err="1" smtClean="0">
                <a:sym typeface="Wingdings" panose="05000000000000000000" pitchFamily="2" charset="2"/>
              </a:rPr>
              <a:t>small</a:t>
            </a:r>
            <a:r>
              <a:rPr lang="fr-FR" dirty="0" smtClean="0">
                <a:sym typeface="Wingdings" panose="05000000000000000000" pitchFamily="2" charset="2"/>
              </a:rPr>
              <a:t> et s)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71228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Orchestration </a:t>
            </a:r>
            <a:r>
              <a:rPr lang="fr-FR" dirty="0" err="1" smtClean="0"/>
              <a:t>Airflow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33081"/>
            <a:ext cx="10718260" cy="4027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895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1167319"/>
            <a:ext cx="9144000" cy="4090481"/>
          </a:xfrm>
        </p:spPr>
        <p:txBody>
          <a:bodyPr/>
          <a:lstStyle/>
          <a:p>
            <a:r>
              <a:rPr lang="fr-FR" dirty="0" smtClean="0"/>
              <a:t>Power BI:</a:t>
            </a:r>
          </a:p>
          <a:p>
            <a:pPr marL="342900" indent="-342900">
              <a:buFontTx/>
              <a:buChar char="-"/>
            </a:pPr>
            <a:r>
              <a:rPr lang="fr-FR" dirty="0" smtClean="0"/>
              <a:t>Modèle en constellation</a:t>
            </a:r>
          </a:p>
          <a:p>
            <a:pPr marL="342900" indent="-342900">
              <a:buFontTx/>
              <a:buChar char="-"/>
            </a:pPr>
            <a:r>
              <a:rPr lang="fr-FR" dirty="0" smtClean="0"/>
              <a:t>3 tables de faits (Commandes, </a:t>
            </a:r>
            <a:r>
              <a:rPr lang="fr-FR" dirty="0" err="1" smtClean="0"/>
              <a:t>Ligne_commandes</a:t>
            </a:r>
            <a:r>
              <a:rPr lang="fr-FR" dirty="0" smtClean="0"/>
              <a:t>, retours)</a:t>
            </a:r>
          </a:p>
          <a:p>
            <a:pPr marL="342900" indent="-342900">
              <a:buFontTx/>
              <a:buChar char="-"/>
            </a:pPr>
            <a:r>
              <a:rPr lang="fr-FR" dirty="0"/>
              <a:t>3</a:t>
            </a:r>
            <a:r>
              <a:rPr lang="fr-FR" dirty="0" smtClean="0"/>
              <a:t> dimensions (clients, produits et table date)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10427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/>
          <p:nvPr/>
        </p:nvPicPr>
        <p:blipFill>
          <a:blip r:embed="rId2"/>
          <a:stretch>
            <a:fillRect/>
          </a:stretch>
        </p:blipFill>
        <p:spPr>
          <a:xfrm>
            <a:off x="1040860" y="797668"/>
            <a:ext cx="9367736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123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Rapport </a:t>
            </a:r>
            <a:r>
              <a:rPr lang="fr-FR" dirty="0" err="1" smtClean="0"/>
              <a:t>PowerBi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66776"/>
            <a:ext cx="10515600" cy="4269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243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Publication du rapport dans </a:t>
            </a:r>
            <a:r>
              <a:rPr lang="fr-FR" dirty="0" err="1" smtClean="0"/>
              <a:t>Powerbi</a:t>
            </a:r>
            <a:r>
              <a:rPr lang="fr-FR" dirty="0" smtClean="0"/>
              <a:t> service</a:t>
            </a:r>
            <a:br>
              <a:rPr lang="fr-FR" dirty="0" smtClean="0"/>
            </a:br>
            <a:r>
              <a:rPr lang="fr-FR" sz="2000" dirty="0" smtClean="0"/>
              <a:t>et ajout de droits à certains utilisateurs</a:t>
            </a:r>
            <a:endParaRPr lang="fr-FR" sz="2000" dirty="0"/>
          </a:p>
        </p:txBody>
      </p:sp>
      <p:pic>
        <p:nvPicPr>
          <p:cNvPr id="6" name="Espace réservé du contenu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61090" y="2350887"/>
            <a:ext cx="2666289" cy="2338617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54579" y="2478281"/>
            <a:ext cx="9955848" cy="4379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91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1623</TotalTime>
  <Words>127</Words>
  <Application>Microsoft Office PowerPoint</Application>
  <PresentationFormat>Grand écran</PresentationFormat>
  <Paragraphs>20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Wingdings</vt:lpstr>
      <vt:lpstr>Thème Office</vt:lpstr>
      <vt:lpstr>Présentation PowerPoint</vt:lpstr>
      <vt:lpstr>Présentation PowerPoint</vt:lpstr>
      <vt:lpstr>Anomalies détectées:</vt:lpstr>
      <vt:lpstr>Orchestration Airflow</vt:lpstr>
      <vt:lpstr>Présentation PowerPoint</vt:lpstr>
      <vt:lpstr>Présentation PowerPoint</vt:lpstr>
      <vt:lpstr>Rapport PowerBi</vt:lpstr>
      <vt:lpstr>Publication du rapport dans Powerbi service et ajout de droits à certains utilisateurs</vt:lpstr>
    </vt:vector>
  </TitlesOfParts>
  <Company>Global Knowledge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GK</dc:creator>
  <cp:lastModifiedBy>GK</cp:lastModifiedBy>
  <cp:revision>11</cp:revision>
  <dcterms:created xsi:type="dcterms:W3CDTF">2026-09-30T11:12:09Z</dcterms:created>
  <dcterms:modified xsi:type="dcterms:W3CDTF">2026-10-01T14:16:08Z</dcterms:modified>
</cp:coreProperties>
</file>